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8" r:id="rId7"/>
    <p:sldId id="287" r:id="rId8"/>
    <p:sldId id="280" r:id="rId9"/>
    <p:sldId id="281" r:id="rId10"/>
    <p:sldId id="288" r:id="rId11"/>
    <p:sldId id="292" r:id="rId12"/>
    <p:sldId id="266" r:id="rId13"/>
    <p:sldId id="289" r:id="rId14"/>
    <p:sldId id="284" r:id="rId15"/>
    <p:sldId id="293" r:id="rId16"/>
    <p:sldId id="271" r:id="rId17"/>
    <p:sldId id="291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DCD6AE-B54B-8E21-88E2-DB4415BB3BA2}" v="738" dt="2025-11-26T09:13:59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0655" autoAdjust="0"/>
  </p:normalViewPr>
  <p:slideViewPr>
    <p:cSldViewPr snapToGrid="0">
      <p:cViewPr varScale="1">
        <p:scale>
          <a:sx n="101" d="100"/>
          <a:sy n="101" d="100"/>
        </p:scale>
        <p:origin x="69" y="483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a Jitendrakumar Patel" userId="S::patel.misha@northeastern.edu::55405b26-ca54-44ae-baf3-28a9ecdfc90a" providerId="AD" clId="Web-{CBDCD6AE-B54B-8E21-88E2-DB4415BB3BA2}"/>
    <pc:docChg chg="addSld delSld modSld sldOrd">
      <pc:chgData name="Misha Jitendrakumar Patel" userId="S::patel.misha@northeastern.edu::55405b26-ca54-44ae-baf3-28a9ecdfc90a" providerId="AD" clId="Web-{CBDCD6AE-B54B-8E21-88E2-DB4415BB3BA2}" dt="2025-11-26T09:13:59.776" v="699" actId="1076"/>
      <pc:docMkLst>
        <pc:docMk/>
      </pc:docMkLst>
      <pc:sldChg chg="addSp delSp modSp">
        <pc:chgData name="Misha Jitendrakumar Patel" userId="S::patel.misha@northeastern.edu::55405b26-ca54-44ae-baf3-28a9ecdfc90a" providerId="AD" clId="Web-{CBDCD6AE-B54B-8E21-88E2-DB4415BB3BA2}" dt="2025-11-26T09:13:23.791" v="692" actId="1076"/>
        <pc:sldMkLst>
          <pc:docMk/>
          <pc:sldMk cId="2586058810" sldId="256"/>
        </pc:sldMkLst>
        <pc:spChg chg="mod">
          <ac:chgData name="Misha Jitendrakumar Patel" userId="S::patel.misha@northeastern.edu::55405b26-ca54-44ae-baf3-28a9ecdfc90a" providerId="AD" clId="Web-{CBDCD6AE-B54B-8E21-88E2-DB4415BB3BA2}" dt="2025-11-26T06:49:26.787" v="29" actId="1076"/>
          <ac:spMkLst>
            <pc:docMk/>
            <pc:sldMk cId="2586058810" sldId="256"/>
            <ac:spMk id="2" creationId="{CFE75451-6A4B-484B-9ED1-353CCE25B0F4}"/>
          </ac:spMkLst>
        </pc:spChg>
        <pc:spChg chg="add del">
          <ac:chgData name="Misha Jitendrakumar Patel" userId="S::patel.misha@northeastern.edu::55405b26-ca54-44ae-baf3-28a9ecdfc90a" providerId="AD" clId="Web-{CBDCD6AE-B54B-8E21-88E2-DB4415BB3BA2}" dt="2025-11-26T09:11:56.366" v="662"/>
          <ac:spMkLst>
            <pc:docMk/>
            <pc:sldMk cId="2586058810" sldId="256"/>
            <ac:spMk id="3" creationId="{65AFDD74-0634-FB4D-AF78-850E1F778830}"/>
          </ac:spMkLst>
        </pc:spChg>
        <pc:spChg chg="add mod">
          <ac:chgData name="Misha Jitendrakumar Patel" userId="S::patel.misha@northeastern.edu::55405b26-ca54-44ae-baf3-28a9ecdfc90a" providerId="AD" clId="Web-{CBDCD6AE-B54B-8E21-88E2-DB4415BB3BA2}" dt="2025-11-26T09:13:23.791" v="692" actId="1076"/>
          <ac:spMkLst>
            <pc:docMk/>
            <pc:sldMk cId="2586058810" sldId="256"/>
            <ac:spMk id="4" creationId="{4CB7EBF0-9D76-3245-9170-786B98D2CB4E}"/>
          </ac:spMkLst>
        </pc:spChg>
      </pc:sldChg>
      <pc:sldChg chg="modSp ord">
        <pc:chgData name="Misha Jitendrakumar Patel" userId="S::patel.misha@northeastern.edu::55405b26-ca54-44ae-baf3-28a9ecdfc90a" providerId="AD" clId="Web-{CBDCD6AE-B54B-8E21-88E2-DB4415BB3BA2}" dt="2025-11-26T08:15:20.604" v="141" actId="1076"/>
        <pc:sldMkLst>
          <pc:docMk/>
          <pc:sldMk cId="1713219598" sldId="257"/>
        </pc:sldMkLst>
        <pc:spChg chg="mod">
          <ac:chgData name="Misha Jitendrakumar Patel" userId="S::patel.misha@northeastern.edu::55405b26-ca54-44ae-baf3-28a9ecdfc90a" providerId="AD" clId="Web-{CBDCD6AE-B54B-8E21-88E2-DB4415BB3BA2}" dt="2025-11-26T08:15:20.604" v="141" actId="1076"/>
          <ac:spMkLst>
            <pc:docMk/>
            <pc:sldMk cId="1713219598" sldId="257"/>
            <ac:spMk id="2" creationId="{1BEF5859-10C9-4588-9727-B9362E26C29D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15:06.150" v="139" actId="14100"/>
          <ac:spMkLst>
            <pc:docMk/>
            <pc:sldMk cId="1713219598" sldId="257"/>
            <ac:spMk id="3" creationId="{5671D7E5-EF66-4BCD-8DAA-E9061157F0BE}"/>
          </ac:spMkLst>
        </pc:spChg>
      </pc:sldChg>
      <pc:sldChg chg="modSp">
        <pc:chgData name="Misha Jitendrakumar Patel" userId="S::patel.misha@northeastern.edu::55405b26-ca54-44ae-baf3-28a9ecdfc90a" providerId="AD" clId="Web-{CBDCD6AE-B54B-8E21-88E2-DB4415BB3BA2}" dt="2025-11-26T08:16:05.637" v="145" actId="20577"/>
        <pc:sldMkLst>
          <pc:docMk/>
          <pc:sldMk cId="3571516367" sldId="258"/>
        </pc:sldMkLst>
        <pc:spChg chg="mod">
          <ac:chgData name="Misha Jitendrakumar Patel" userId="S::patel.misha@northeastern.edu::55405b26-ca54-44ae-baf3-28a9ecdfc90a" providerId="AD" clId="Web-{CBDCD6AE-B54B-8E21-88E2-DB4415BB3BA2}" dt="2025-11-26T06:51:36.053" v="30" actId="20577"/>
          <ac:spMkLst>
            <pc:docMk/>
            <pc:sldMk cId="3571516367" sldId="258"/>
            <ac:spMk id="2" creationId="{0A32731C-311B-46F7-A865-6C3AF6B09A47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16:05.637" v="145" actId="20577"/>
          <ac:spMkLst>
            <pc:docMk/>
            <pc:sldMk cId="3571516367" sldId="258"/>
            <ac:spMk id="3" creationId="{9D5232F9-FD00-464A-9F17-619C91AEF8F3}"/>
          </ac:spMkLst>
        </pc:spChg>
      </pc:sldChg>
      <pc:sldChg chg="addSp delSp modSp mod setBg">
        <pc:chgData name="Misha Jitendrakumar Patel" userId="S::patel.misha@northeastern.edu::55405b26-ca54-44ae-baf3-28a9ecdfc90a" providerId="AD" clId="Web-{CBDCD6AE-B54B-8E21-88E2-DB4415BB3BA2}" dt="2025-11-26T08:55:41.939" v="378" actId="1076"/>
        <pc:sldMkLst>
          <pc:docMk/>
          <pc:sldMk cId="1742861620" sldId="266"/>
        </pc:sldMkLst>
        <pc:spChg chg="mod ord">
          <ac:chgData name="Misha Jitendrakumar Patel" userId="S::patel.misha@northeastern.edu::55405b26-ca54-44ae-baf3-28a9ecdfc90a" providerId="AD" clId="Web-{CBDCD6AE-B54B-8E21-88E2-DB4415BB3BA2}" dt="2025-11-26T08:55:41.939" v="378" actId="1076"/>
          <ac:spMkLst>
            <pc:docMk/>
            <pc:sldMk cId="1742861620" sldId="266"/>
            <ac:spMk id="2" creationId="{4518FC28-E0BD-4387-B8BE-9965D1A57FF1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55:02.562" v="373" actId="1076"/>
          <ac:spMkLst>
            <pc:docMk/>
            <pc:sldMk cId="1742861620" sldId="266"/>
            <ac:spMk id="3" creationId="{FED19BCA-B61F-4EA6-A1FB-CCA3BD8506FB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1:36.331" v="339"/>
          <ac:spMkLst>
            <pc:docMk/>
            <pc:sldMk cId="1742861620" sldId="266"/>
            <ac:spMk id="5" creationId="{6168618F-C9E4-A419-3A8A-7307A0ED3104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3:23.135" v="354"/>
          <ac:spMkLst>
            <pc:docMk/>
            <pc:sldMk cId="1742861620" sldId="266"/>
            <ac:spMk id="8" creationId="{8D35F9A3-CAFA-4C9D-B2A8-6938CFFF7342}"/>
          </ac:spMkLst>
        </pc:spChg>
        <pc:picChg chg="add del mod">
          <ac:chgData name="Misha Jitendrakumar Patel" userId="S::patel.misha@northeastern.edu::55405b26-ca54-44ae-baf3-28a9ecdfc90a" providerId="AD" clId="Web-{CBDCD6AE-B54B-8E21-88E2-DB4415BB3BA2}" dt="2025-11-26T08:53:39.058" v="357"/>
          <ac:picMkLst>
            <pc:docMk/>
            <pc:sldMk cId="1742861620" sldId="266"/>
            <ac:picMk id="9" creationId="{7FBB5A42-CCB1-FD22-F1AD-5835D3504720}"/>
          </ac:picMkLst>
        </pc:picChg>
        <pc:picChg chg="add mod">
          <ac:chgData name="Misha Jitendrakumar Patel" userId="S::patel.misha@northeastern.edu::55405b26-ca54-44ae-baf3-28a9ecdfc90a" providerId="AD" clId="Web-{CBDCD6AE-B54B-8E21-88E2-DB4415BB3BA2}" dt="2025-11-26T08:54:08.810" v="363" actId="14100"/>
          <ac:picMkLst>
            <pc:docMk/>
            <pc:sldMk cId="1742861620" sldId="266"/>
            <ac:picMk id="10" creationId="{92768594-6AFF-407D-0E88-002F1DB125FC}"/>
          </ac:picMkLst>
        </pc:picChg>
        <pc:picChg chg="add mod">
          <ac:chgData name="Misha Jitendrakumar Patel" userId="S::patel.misha@northeastern.edu::55405b26-ca54-44ae-baf3-28a9ecdfc90a" providerId="AD" clId="Web-{CBDCD6AE-B54B-8E21-88E2-DB4415BB3BA2}" dt="2025-11-26T08:55:15.157" v="377" actId="1076"/>
          <ac:picMkLst>
            <pc:docMk/>
            <pc:sldMk cId="1742861620" sldId="266"/>
            <ac:picMk id="11" creationId="{73B9BCED-0A8D-9A80-9EDD-06FE16EBC353}"/>
          </ac:picMkLst>
        </pc:picChg>
        <pc:picChg chg="del mod ord">
          <ac:chgData name="Misha Jitendrakumar Patel" userId="S::patel.misha@northeastern.edu::55405b26-ca54-44ae-baf3-28a9ecdfc90a" providerId="AD" clId="Web-{CBDCD6AE-B54B-8E21-88E2-DB4415BB3BA2}" dt="2025-11-26T08:51:29.143" v="338"/>
          <ac:picMkLst>
            <pc:docMk/>
            <pc:sldMk cId="1742861620" sldId="266"/>
            <ac:picMk id="47" creationId="{F55BC7A4-EE4B-7EFC-C325-408D66C3CBA7}"/>
          </ac:picMkLst>
        </pc:picChg>
        <pc:cxnChg chg="ord">
          <ac:chgData name="Misha Jitendrakumar Patel" userId="S::patel.misha@northeastern.edu::55405b26-ca54-44ae-baf3-28a9ecdfc90a" providerId="AD" clId="Web-{CBDCD6AE-B54B-8E21-88E2-DB4415BB3BA2}" dt="2025-11-26T08:51:11.360" v="333"/>
          <ac:cxnSpMkLst>
            <pc:docMk/>
            <pc:sldMk cId="1742861620" sldId="266"/>
            <ac:cxnSpMk id="23" creationId="{D87F08D6-2CA7-4A5A-BE34-07113DCA535D}"/>
          </ac:cxnSpMkLst>
        </pc:cxnChg>
      </pc:sldChg>
      <pc:sldChg chg="modSp ord">
        <pc:chgData name="Misha Jitendrakumar Patel" userId="S::patel.misha@northeastern.edu::55405b26-ca54-44ae-baf3-28a9ecdfc90a" providerId="AD" clId="Web-{CBDCD6AE-B54B-8E21-88E2-DB4415BB3BA2}" dt="2025-11-26T09:06:46.896" v="578" actId="1076"/>
        <pc:sldMkLst>
          <pc:docMk/>
          <pc:sldMk cId="1969787568" sldId="271"/>
        </pc:sldMkLst>
        <pc:spChg chg="mod">
          <ac:chgData name="Misha Jitendrakumar Patel" userId="S::patel.misha@northeastern.edu::55405b26-ca54-44ae-baf3-28a9ecdfc90a" providerId="AD" clId="Web-{CBDCD6AE-B54B-8E21-88E2-DB4415BB3BA2}" dt="2025-11-26T09:06:46.896" v="578" actId="1076"/>
          <ac:spMkLst>
            <pc:docMk/>
            <pc:sldMk cId="1969787568" sldId="271"/>
            <ac:spMk id="2" creationId="{8BDF1EDE-5423-435C-B149-87AB1BC22B83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6:40.848" v="577" actId="14100"/>
          <ac:spMkLst>
            <pc:docMk/>
            <pc:sldMk cId="1969787568" sldId="271"/>
            <ac:spMk id="3" creationId="{AF64C29E-DF30-4DC6-AB95-2016F9A703B6}"/>
          </ac:spMkLst>
        </pc:spChg>
      </pc:sldChg>
      <pc:sldChg chg="modSp del">
        <pc:chgData name="Misha Jitendrakumar Patel" userId="S::patel.misha@northeastern.edu::55405b26-ca54-44ae-baf3-28a9ecdfc90a" providerId="AD" clId="Web-{CBDCD6AE-B54B-8E21-88E2-DB4415BB3BA2}" dt="2025-11-26T09:13:31.135" v="693"/>
        <pc:sldMkLst>
          <pc:docMk/>
          <pc:sldMk cId="608796113" sldId="278"/>
        </pc:sldMkLst>
        <pc:spChg chg="mod">
          <ac:chgData name="Misha Jitendrakumar Patel" userId="S::patel.misha@northeastern.edu::55405b26-ca54-44ae-baf3-28a9ecdfc90a" providerId="AD" clId="Web-{CBDCD6AE-B54B-8E21-88E2-DB4415BB3BA2}" dt="2025-11-26T09:11:36.991" v="660" actId="1076"/>
          <ac:spMkLst>
            <pc:docMk/>
            <pc:sldMk cId="608796113" sldId="278"/>
            <ac:spMk id="2" creationId="{9528DBD1-DB29-D44F-FD5A-3071BB37EF37}"/>
          </ac:spMkLst>
        </pc:spChg>
      </pc:sldChg>
      <pc:sldChg chg="addSp delSp modSp del ord">
        <pc:chgData name="Misha Jitendrakumar Patel" userId="S::patel.misha@northeastern.edu::55405b26-ca54-44ae-baf3-28a9ecdfc90a" providerId="AD" clId="Web-{CBDCD6AE-B54B-8E21-88E2-DB4415BB3BA2}" dt="2025-11-26T08:49:52.523" v="329"/>
        <pc:sldMkLst>
          <pc:docMk/>
          <pc:sldMk cId="2241459136" sldId="279"/>
        </pc:sldMkLst>
        <pc:spChg chg="mod">
          <ac:chgData name="Misha Jitendrakumar Patel" userId="S::patel.misha@northeastern.edu::55405b26-ca54-44ae-baf3-28a9ecdfc90a" providerId="AD" clId="Web-{CBDCD6AE-B54B-8E21-88E2-DB4415BB3BA2}" dt="2025-11-26T08:48:11.902" v="310" actId="20577"/>
          <ac:spMkLst>
            <pc:docMk/>
            <pc:sldMk cId="2241459136" sldId="279"/>
            <ac:spMk id="2" creationId="{818AFA5E-469B-2BFC-9D4E-BD1EC6E48CA0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4:18.322" v="271"/>
          <ac:spMkLst>
            <pc:docMk/>
            <pc:sldMk cId="2241459136" sldId="279"/>
            <ac:spMk id="4" creationId="{21415F67-B665-F8EE-2779-73474973B17D}"/>
          </ac:spMkLst>
        </pc:spChg>
        <pc:picChg chg="add mod">
          <ac:chgData name="Misha Jitendrakumar Patel" userId="S::patel.misha@northeastern.edu::55405b26-ca54-44ae-baf3-28a9ecdfc90a" providerId="AD" clId="Web-{CBDCD6AE-B54B-8E21-88E2-DB4415BB3BA2}" dt="2025-11-26T08:46:51.245" v="292" actId="1076"/>
          <ac:picMkLst>
            <pc:docMk/>
            <pc:sldMk cId="2241459136" sldId="279"/>
            <ac:picMk id="5" creationId="{D8744D1F-930C-593E-9ACA-7DD1920B641B}"/>
          </ac:picMkLst>
        </pc:picChg>
        <pc:picChg chg="del mod">
          <ac:chgData name="Misha Jitendrakumar Patel" userId="S::patel.misha@northeastern.edu::55405b26-ca54-44ae-baf3-28a9ecdfc90a" providerId="AD" clId="Web-{CBDCD6AE-B54B-8E21-88E2-DB4415BB3BA2}" dt="2025-11-26T08:44:16.213" v="270"/>
          <ac:picMkLst>
            <pc:docMk/>
            <pc:sldMk cId="2241459136" sldId="279"/>
            <ac:picMk id="16" creationId="{448EF356-1822-E2AE-2794-322870D4C222}"/>
          </ac:picMkLst>
        </pc:picChg>
      </pc:sldChg>
      <pc:sldChg chg="modSp">
        <pc:chgData name="Misha Jitendrakumar Patel" userId="S::patel.misha@northeastern.edu::55405b26-ca54-44ae-baf3-28a9ecdfc90a" providerId="AD" clId="Web-{CBDCD6AE-B54B-8E21-88E2-DB4415BB3BA2}" dt="2025-11-26T08:28:05.023" v="229" actId="20577"/>
        <pc:sldMkLst>
          <pc:docMk/>
          <pc:sldMk cId="334696707" sldId="280"/>
        </pc:sldMkLst>
        <pc:spChg chg="mod">
          <ac:chgData name="Misha Jitendrakumar Patel" userId="S::patel.misha@northeastern.edu::55405b26-ca54-44ae-baf3-28a9ecdfc90a" providerId="AD" clId="Web-{CBDCD6AE-B54B-8E21-88E2-DB4415BB3BA2}" dt="2025-11-26T08:28:05.023" v="229" actId="20577"/>
          <ac:spMkLst>
            <pc:docMk/>
            <pc:sldMk cId="334696707" sldId="280"/>
            <ac:spMk id="2" creationId="{566C97BE-403B-122E-90D1-2788978A0B6F}"/>
          </ac:spMkLst>
        </pc:spChg>
      </pc:sldChg>
      <pc:sldChg chg="modSp">
        <pc:chgData name="Misha Jitendrakumar Patel" userId="S::patel.misha@northeastern.edu::55405b26-ca54-44ae-baf3-28a9ecdfc90a" providerId="AD" clId="Web-{CBDCD6AE-B54B-8E21-88E2-DB4415BB3BA2}" dt="2025-11-26T08:31:04.124" v="239" actId="20577"/>
        <pc:sldMkLst>
          <pc:docMk/>
          <pc:sldMk cId="103458723" sldId="281"/>
        </pc:sldMkLst>
        <pc:spChg chg="mod">
          <ac:chgData name="Misha Jitendrakumar Patel" userId="S::patel.misha@northeastern.edu::55405b26-ca54-44ae-baf3-28a9ecdfc90a" providerId="AD" clId="Web-{CBDCD6AE-B54B-8E21-88E2-DB4415BB3BA2}" dt="2025-11-26T07:16:43.905" v="86" actId="20577"/>
          <ac:spMkLst>
            <pc:docMk/>
            <pc:sldMk cId="103458723" sldId="281"/>
            <ac:spMk id="2" creationId="{A95E2E6A-35EC-1B8E-0FD7-8C67870ACA64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7:17:10.249" v="87" actId="20577"/>
          <ac:spMkLst>
            <pc:docMk/>
            <pc:sldMk cId="103458723" sldId="281"/>
            <ac:spMk id="12" creationId="{554B61B9-26F6-B304-92CD-03053DAAF2A8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7:17:34.093" v="90" actId="20577"/>
          <ac:spMkLst>
            <pc:docMk/>
            <pc:sldMk cId="103458723" sldId="281"/>
            <ac:spMk id="14" creationId="{CB9F9E8B-42CD-AC26-AFC9-F1F66695693B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30:45.435" v="234" actId="20577"/>
          <ac:spMkLst>
            <pc:docMk/>
            <pc:sldMk cId="103458723" sldId="281"/>
            <ac:spMk id="35" creationId="{EDBE6233-75E9-40D1-968F-58CA9AD0FF50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31:04.124" v="239" actId="20577"/>
          <ac:spMkLst>
            <pc:docMk/>
            <pc:sldMk cId="103458723" sldId="281"/>
            <ac:spMk id="50" creationId="{8F6B2AE9-DDE4-FD99-A235-3B39EEE21481}"/>
          </ac:spMkLst>
        </pc:spChg>
      </pc:sldChg>
      <pc:sldChg chg="modSp del">
        <pc:chgData name="Misha Jitendrakumar Patel" userId="S::patel.misha@northeastern.edu::55405b26-ca54-44ae-baf3-28a9ecdfc90a" providerId="AD" clId="Web-{CBDCD6AE-B54B-8E21-88E2-DB4415BB3BA2}" dt="2025-11-26T08:31:11.547" v="241"/>
        <pc:sldMkLst>
          <pc:docMk/>
          <pc:sldMk cId="636929804" sldId="282"/>
        </pc:sldMkLst>
        <pc:spChg chg="mod">
          <ac:chgData name="Misha Jitendrakumar Patel" userId="S::patel.misha@northeastern.edu::55405b26-ca54-44ae-baf3-28a9ecdfc90a" providerId="AD" clId="Web-{CBDCD6AE-B54B-8E21-88E2-DB4415BB3BA2}" dt="2025-11-26T08:31:09.375" v="240" actId="20577"/>
          <ac:spMkLst>
            <pc:docMk/>
            <pc:sldMk cId="636929804" sldId="282"/>
            <ac:spMk id="13" creationId="{7E5B6E40-3A7D-ACF7-AA38-25977D322D81}"/>
          </ac:spMkLst>
        </pc:spChg>
      </pc:sldChg>
      <pc:sldChg chg="del">
        <pc:chgData name="Misha Jitendrakumar Patel" userId="S::patel.misha@northeastern.edu::55405b26-ca54-44ae-baf3-28a9ecdfc90a" providerId="AD" clId="Web-{CBDCD6AE-B54B-8E21-88E2-DB4415BB3BA2}" dt="2025-11-26T08:55:57.768" v="379"/>
        <pc:sldMkLst>
          <pc:docMk/>
          <pc:sldMk cId="1658164610" sldId="283"/>
        </pc:sldMkLst>
      </pc:sldChg>
      <pc:sldChg chg="addSp delSp modSp mod modClrScheme chgLayout">
        <pc:chgData name="Misha Jitendrakumar Patel" userId="S::patel.misha@northeastern.edu::55405b26-ca54-44ae-baf3-28a9ecdfc90a" providerId="AD" clId="Web-{CBDCD6AE-B54B-8E21-88E2-DB4415BB3BA2}" dt="2025-11-26T09:01:17.713" v="456" actId="1076"/>
        <pc:sldMkLst>
          <pc:docMk/>
          <pc:sldMk cId="2403577982" sldId="284"/>
        </pc:sldMkLst>
        <pc:spChg chg="add del mod">
          <ac:chgData name="Misha Jitendrakumar Patel" userId="S::patel.misha@northeastern.edu::55405b26-ca54-44ae-baf3-28a9ecdfc90a" providerId="AD" clId="Web-{CBDCD6AE-B54B-8E21-88E2-DB4415BB3BA2}" dt="2025-11-26T08:57:26.489" v="393"/>
          <ac:spMkLst>
            <pc:docMk/>
            <pc:sldMk cId="2403577982" sldId="284"/>
            <ac:spMk id="3" creationId="{A3952476-6169-FE50-0FED-EF2B4ACA954F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7:19.911" v="391"/>
          <ac:spMkLst>
            <pc:docMk/>
            <pc:sldMk cId="2403577982" sldId="284"/>
            <ac:spMk id="5" creationId="{AA2051B0-8F2B-B7A6-160C-04A7C0E78464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8:57:15.067" v="389"/>
          <ac:spMkLst>
            <pc:docMk/>
            <pc:sldMk cId="2403577982" sldId="284"/>
            <ac:spMk id="6" creationId="{D2E1CF79-4FDC-8CAF-CC16-E309A2C49758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7:24.755" v="392"/>
          <ac:spMkLst>
            <pc:docMk/>
            <pc:sldMk cId="2403577982" sldId="284"/>
            <ac:spMk id="8" creationId="{47E23E61-7FB2-3DD2-8259-6519F3C479EB}"/>
          </ac:spMkLst>
        </pc:spChg>
        <pc:spChg chg="mod ord modVis">
          <ac:chgData name="Misha Jitendrakumar Patel" userId="S::patel.misha@northeastern.edu::55405b26-ca54-44ae-baf3-28a9ecdfc90a" providerId="AD" clId="Web-{CBDCD6AE-B54B-8E21-88E2-DB4415BB3BA2}" dt="2025-11-26T08:59:22.914" v="418"/>
          <ac:spMkLst>
            <pc:docMk/>
            <pc:sldMk cId="2403577982" sldId="284"/>
            <ac:spMk id="9" creationId="{C396FFDC-ADE8-4009-A466-A81787258E88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59:39.320" v="421" actId="1076"/>
          <ac:spMkLst>
            <pc:docMk/>
            <pc:sldMk cId="2403577982" sldId="284"/>
            <ac:spMk id="17" creationId="{09140014-73D5-419B-8867-972BB18D52D4}"/>
          </ac:spMkLst>
        </pc:spChg>
        <pc:spChg chg="del mod">
          <ac:chgData name="Misha Jitendrakumar Patel" userId="S::patel.misha@northeastern.edu::55405b26-ca54-44ae-baf3-28a9ecdfc90a" providerId="AD" clId="Web-{CBDCD6AE-B54B-8E21-88E2-DB4415BB3BA2}" dt="2025-11-26T08:57:17.598" v="390"/>
          <ac:spMkLst>
            <pc:docMk/>
            <pc:sldMk cId="2403577982" sldId="284"/>
            <ac:spMk id="20" creationId="{33D8731E-4977-402E-8BFD-895B4D0544CC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8:57:11.661" v="388"/>
          <ac:spMkLst>
            <pc:docMk/>
            <pc:sldMk cId="2403577982" sldId="284"/>
            <ac:spMk id="34" creationId="{AE07A905-8B37-D13F-25D3-1D3BCDB86B0B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0:11.540" v="440" actId="1076"/>
          <ac:spMkLst>
            <pc:docMk/>
            <pc:sldMk cId="2403577982" sldId="284"/>
            <ac:spMk id="35" creationId="{4E9A764F-6B65-050E-E561-82F77339D164}"/>
          </ac:spMkLst>
        </pc:spChg>
        <pc:spChg chg="add del">
          <ac:chgData name="Misha Jitendrakumar Patel" userId="S::patel.misha@northeastern.edu::55405b26-ca54-44ae-baf3-28a9ecdfc90a" providerId="AD" clId="Web-{CBDCD6AE-B54B-8E21-88E2-DB4415BB3BA2}" dt="2025-11-26T08:59:12.382" v="415"/>
          <ac:spMkLst>
            <pc:docMk/>
            <pc:sldMk cId="2403577982" sldId="284"/>
            <ac:spMk id="37" creationId="{ED8FB404-7401-CD61-EAF2-350DF1DBA613}"/>
          </ac:spMkLst>
        </pc:spChg>
        <pc:spChg chg="add del">
          <ac:chgData name="Misha Jitendrakumar Patel" userId="S::patel.misha@northeastern.edu::55405b26-ca54-44ae-baf3-28a9ecdfc90a" providerId="AD" clId="Web-{CBDCD6AE-B54B-8E21-88E2-DB4415BB3BA2}" dt="2025-11-26T08:59:12.382" v="415"/>
          <ac:spMkLst>
            <pc:docMk/>
            <pc:sldMk cId="2403577982" sldId="284"/>
            <ac:spMk id="38" creationId="{87C8DB39-C3F1-78A1-314C-856C663CFFBB}"/>
          </ac:spMkLst>
        </pc:spChg>
        <pc:spChg chg="add del">
          <ac:chgData name="Misha Jitendrakumar Patel" userId="S::patel.misha@northeastern.edu::55405b26-ca54-44ae-baf3-28a9ecdfc90a" providerId="AD" clId="Web-{CBDCD6AE-B54B-8E21-88E2-DB4415BB3BA2}" dt="2025-11-26T08:59:42.320" v="422"/>
          <ac:spMkLst>
            <pc:docMk/>
            <pc:sldMk cId="2403577982" sldId="284"/>
            <ac:spMk id="39" creationId="{0552164A-C7C9-E01D-1771-04E49000C194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8:54.398" v="411"/>
          <ac:spMkLst>
            <pc:docMk/>
            <pc:sldMk cId="2403577982" sldId="284"/>
            <ac:spMk id="40" creationId="{DCA93AD2-5B58-A682-124A-FAADE45E8D0F}"/>
          </ac:spMkLst>
        </pc:spChg>
        <pc:spChg chg="add del">
          <ac:chgData name="Misha Jitendrakumar Patel" userId="S::patel.misha@northeastern.edu::55405b26-ca54-44ae-baf3-28a9ecdfc90a" providerId="AD" clId="Web-{CBDCD6AE-B54B-8E21-88E2-DB4415BB3BA2}" dt="2025-11-26T08:59:30.773" v="419"/>
          <ac:spMkLst>
            <pc:docMk/>
            <pc:sldMk cId="2403577982" sldId="284"/>
            <ac:spMk id="41" creationId="{FACC5E9B-1B75-21EA-E232-C0CE80827A53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8:54.398" v="411"/>
          <ac:spMkLst>
            <pc:docMk/>
            <pc:sldMk cId="2403577982" sldId="284"/>
            <ac:spMk id="42" creationId="{25AD7CB7-8283-36C4-6507-66445AE55833}"/>
          </ac:spMkLst>
        </pc:spChg>
        <pc:picChg chg="add mod ord">
          <ac:chgData name="Misha Jitendrakumar Patel" userId="S::patel.misha@northeastern.edu::55405b26-ca54-44ae-baf3-28a9ecdfc90a" providerId="AD" clId="Web-{CBDCD6AE-B54B-8E21-88E2-DB4415BB3BA2}" dt="2025-11-26T09:01:08.634" v="455" actId="14100"/>
          <ac:picMkLst>
            <pc:docMk/>
            <pc:sldMk cId="2403577982" sldId="284"/>
            <ac:picMk id="10" creationId="{761D8BB9-8B92-0995-971D-12436A52EF22}"/>
          </ac:picMkLst>
        </pc:picChg>
        <pc:picChg chg="add mod">
          <ac:chgData name="Misha Jitendrakumar Patel" userId="S::patel.misha@northeastern.edu::55405b26-ca54-44ae-baf3-28a9ecdfc90a" providerId="AD" clId="Web-{CBDCD6AE-B54B-8E21-88E2-DB4415BB3BA2}" dt="2025-11-26T09:01:17.713" v="456" actId="1076"/>
          <ac:picMkLst>
            <pc:docMk/>
            <pc:sldMk cId="2403577982" sldId="284"/>
            <ac:picMk id="11" creationId="{0F0A4529-27FC-637D-E1D3-7E2032E81672}"/>
          </ac:picMkLst>
        </pc:picChg>
      </pc:sldChg>
      <pc:sldChg chg="del">
        <pc:chgData name="Misha Jitendrakumar Patel" userId="S::patel.misha@northeastern.edu::55405b26-ca54-44ae-baf3-28a9ecdfc90a" providerId="AD" clId="Web-{CBDCD6AE-B54B-8E21-88E2-DB4415BB3BA2}" dt="2025-11-26T08:06:30.789" v="138"/>
        <pc:sldMkLst>
          <pc:docMk/>
          <pc:sldMk cId="2791821786" sldId="285"/>
        </pc:sldMkLst>
      </pc:sldChg>
      <pc:sldChg chg="add del replId">
        <pc:chgData name="Misha Jitendrakumar Patel" userId="S::patel.misha@northeastern.edu::55405b26-ca54-44ae-baf3-28a9ecdfc90a" providerId="AD" clId="Web-{CBDCD6AE-B54B-8E21-88E2-DB4415BB3BA2}" dt="2025-11-26T08:19:34.735" v="169"/>
        <pc:sldMkLst>
          <pc:docMk/>
          <pc:sldMk cId="1497953932" sldId="286"/>
        </pc:sldMkLst>
      </pc:sldChg>
      <pc:sldChg chg="addSp delSp modSp add ord replId">
        <pc:chgData name="Misha Jitendrakumar Patel" userId="S::patel.misha@northeastern.edu::55405b26-ca54-44ae-baf3-28a9ecdfc90a" providerId="AD" clId="Web-{CBDCD6AE-B54B-8E21-88E2-DB4415BB3BA2}" dt="2025-11-26T08:18:43.981" v="168" actId="20577"/>
        <pc:sldMkLst>
          <pc:docMk/>
          <pc:sldMk cId="2007476805" sldId="287"/>
        </pc:sldMkLst>
        <pc:spChg chg="mod">
          <ac:chgData name="Misha Jitendrakumar Patel" userId="S::patel.misha@northeastern.edu::55405b26-ca54-44ae-baf3-28a9ecdfc90a" providerId="AD" clId="Web-{CBDCD6AE-B54B-8E21-88E2-DB4415BB3BA2}" dt="2025-11-26T08:16:46.607" v="147" actId="1076"/>
          <ac:spMkLst>
            <pc:docMk/>
            <pc:sldMk cId="2007476805" sldId="287"/>
            <ac:spMk id="2" creationId="{2B37D782-53FC-DF2C-3120-985F20890A6C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7:09:42.110" v="73"/>
          <ac:spMkLst>
            <pc:docMk/>
            <pc:sldMk cId="2007476805" sldId="287"/>
            <ac:spMk id="4" creationId="{96AB2F10-ABAA-DF2D-A152-D6DF48CF4BB9}"/>
          </ac:spMkLst>
        </pc:spChg>
        <pc:spChg chg="del mod">
          <ac:chgData name="Misha Jitendrakumar Patel" userId="S::patel.misha@northeastern.edu::55405b26-ca54-44ae-baf3-28a9ecdfc90a" providerId="AD" clId="Web-{CBDCD6AE-B54B-8E21-88E2-DB4415BB3BA2}" dt="2025-11-26T07:09:36.797" v="72"/>
          <ac:spMkLst>
            <pc:docMk/>
            <pc:sldMk cId="2007476805" sldId="287"/>
            <ac:spMk id="13" creationId="{7F436CF2-9583-38FE-568C-C0DB386710D3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18:21.209" v="165" actId="20577"/>
          <ac:spMkLst>
            <pc:docMk/>
            <pc:sldMk cId="2007476805" sldId="287"/>
            <ac:spMk id="14" creationId="{AC654CB2-2ACB-9F77-E405-A6A826F3BDBB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7:09:27.296" v="70"/>
          <ac:spMkLst>
            <pc:docMk/>
            <pc:sldMk cId="2007476805" sldId="287"/>
            <ac:spMk id="15" creationId="{8B3E02D2-7251-B273-C56D-F7EF4EE794EA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8:18:43.981" v="168" actId="20577"/>
          <ac:spMkLst>
            <pc:docMk/>
            <pc:sldMk cId="2007476805" sldId="287"/>
            <ac:spMk id="36" creationId="{7163E67D-7E91-C794-0797-78AA5C5804A8}"/>
          </ac:spMkLst>
        </pc:spChg>
      </pc:sldChg>
      <pc:sldChg chg="addSp delSp modSp add ord replId">
        <pc:chgData name="Misha Jitendrakumar Patel" userId="S::patel.misha@northeastern.edu::55405b26-ca54-44ae-baf3-28a9ecdfc90a" providerId="AD" clId="Web-{CBDCD6AE-B54B-8E21-88E2-DB4415BB3BA2}" dt="2025-11-26T08:43:06.009" v="262"/>
        <pc:sldMkLst>
          <pc:docMk/>
          <pc:sldMk cId="1149387034" sldId="288"/>
        </pc:sldMkLst>
        <pc:spChg chg="mod">
          <ac:chgData name="Misha Jitendrakumar Patel" userId="S::patel.misha@northeastern.edu::55405b26-ca54-44ae-baf3-28a9ecdfc90a" providerId="AD" clId="Web-{CBDCD6AE-B54B-8E21-88E2-DB4415BB3BA2}" dt="2025-11-26T07:22:12.129" v="96" actId="20577"/>
          <ac:spMkLst>
            <pc:docMk/>
            <pc:sldMk cId="1149387034" sldId="288"/>
            <ac:spMk id="2" creationId="{5313353B-D0CF-5B0D-048D-6C1BE96307D2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38:13.935" v="256"/>
          <ac:spMkLst>
            <pc:docMk/>
            <pc:sldMk cId="1149387034" sldId="288"/>
            <ac:spMk id="4" creationId="{37EA3B15-BA64-5292-2E73-923F924E1DC1}"/>
          </ac:spMkLst>
        </pc:spChg>
        <pc:picChg chg="add mod ord modCrop">
          <ac:chgData name="Misha Jitendrakumar Patel" userId="S::patel.misha@northeastern.edu::55405b26-ca54-44ae-baf3-28a9ecdfc90a" providerId="AD" clId="Web-{CBDCD6AE-B54B-8E21-88E2-DB4415BB3BA2}" dt="2025-11-26T08:43:06.009" v="262"/>
          <ac:picMkLst>
            <pc:docMk/>
            <pc:sldMk cId="1149387034" sldId="288"/>
            <ac:picMk id="5" creationId="{64608A3B-EDE2-BF67-63D6-5E7ED3DFBE0D}"/>
          </ac:picMkLst>
        </pc:picChg>
        <pc:picChg chg="del mod modCrop">
          <ac:chgData name="Misha Jitendrakumar Patel" userId="S::patel.misha@northeastern.edu::55405b26-ca54-44ae-baf3-28a9ecdfc90a" providerId="AD" clId="Web-{CBDCD6AE-B54B-8E21-88E2-DB4415BB3BA2}" dt="2025-11-26T08:38:06.076" v="255"/>
          <ac:picMkLst>
            <pc:docMk/>
            <pc:sldMk cId="1149387034" sldId="288"/>
            <ac:picMk id="16" creationId="{E218B6B0-0927-F0FF-7EE6-E12B8716DCEE}"/>
          </ac:picMkLst>
        </pc:picChg>
      </pc:sldChg>
      <pc:sldChg chg="addSp delSp modSp add replId">
        <pc:chgData name="Misha Jitendrakumar Patel" userId="S::patel.misha@northeastern.edu::55405b26-ca54-44ae-baf3-28a9ecdfc90a" providerId="AD" clId="Web-{CBDCD6AE-B54B-8E21-88E2-DB4415BB3BA2}" dt="2025-11-26T08:56:18.815" v="381"/>
        <pc:sldMkLst>
          <pc:docMk/>
          <pc:sldMk cId="800243550" sldId="289"/>
        </pc:sldMkLst>
        <pc:spChg chg="mod">
          <ac:chgData name="Misha Jitendrakumar Patel" userId="S::patel.misha@northeastern.edu::55405b26-ca54-44ae-baf3-28a9ecdfc90a" providerId="AD" clId="Web-{CBDCD6AE-B54B-8E21-88E2-DB4415BB3BA2}" dt="2025-11-26T07:34:50.686" v="110" actId="20577"/>
          <ac:spMkLst>
            <pc:docMk/>
            <pc:sldMk cId="800243550" sldId="289"/>
            <ac:spMk id="2" creationId="{D50316F6-DE23-B974-AB39-FC1F993DE025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7:38:31.781" v="112" actId="20577"/>
          <ac:spMkLst>
            <pc:docMk/>
            <pc:sldMk cId="800243550" sldId="289"/>
            <ac:spMk id="3" creationId="{538C1003-7D47-7239-EE43-18601524A359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56:18.815" v="381"/>
          <ac:spMkLst>
            <pc:docMk/>
            <pc:sldMk cId="800243550" sldId="289"/>
            <ac:spMk id="5" creationId="{3AC696EF-F5CA-22D6-638F-4FEFC490BF9F}"/>
          </ac:spMkLst>
        </pc:spChg>
        <pc:picChg chg="del">
          <ac:chgData name="Misha Jitendrakumar Patel" userId="S::patel.misha@northeastern.edu::55405b26-ca54-44ae-baf3-28a9ecdfc90a" providerId="AD" clId="Web-{CBDCD6AE-B54B-8E21-88E2-DB4415BB3BA2}" dt="2025-11-26T08:56:16.518" v="380"/>
          <ac:picMkLst>
            <pc:docMk/>
            <pc:sldMk cId="800243550" sldId="289"/>
            <ac:picMk id="47" creationId="{ECC460E6-18D3-E68E-89AE-EC8384251B64}"/>
          </ac:picMkLst>
        </pc:picChg>
      </pc:sldChg>
      <pc:sldChg chg="addSp delSp modSp add replId">
        <pc:chgData name="Misha Jitendrakumar Patel" userId="S::patel.misha@northeastern.edu::55405b26-ca54-44ae-baf3-28a9ecdfc90a" providerId="AD" clId="Web-{CBDCD6AE-B54B-8E21-88E2-DB4415BB3BA2}" dt="2025-11-26T09:13:59.776" v="699" actId="1076"/>
        <pc:sldMkLst>
          <pc:docMk/>
          <pc:sldMk cId="1844257310" sldId="290"/>
        </pc:sldMkLst>
        <pc:spChg chg="mod">
          <ac:chgData name="Misha Jitendrakumar Patel" userId="S::patel.misha@northeastern.edu::55405b26-ca54-44ae-baf3-28a9ecdfc90a" providerId="AD" clId="Web-{CBDCD6AE-B54B-8E21-88E2-DB4415BB3BA2}" dt="2025-11-26T09:13:59.776" v="699" actId="1076"/>
          <ac:spMkLst>
            <pc:docMk/>
            <pc:sldMk cId="1844257310" sldId="290"/>
            <ac:spMk id="2" creationId="{03725AA2-3473-15A1-AB73-6064D51BBAE1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9:13:41.323" v="694"/>
          <ac:spMkLst>
            <pc:docMk/>
            <pc:sldMk cId="1844257310" sldId="290"/>
            <ac:spMk id="3" creationId="{DA0CE4D3-DC92-D29E-07A2-BB528E6EE42D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9:13:44.229" v="695"/>
          <ac:spMkLst>
            <pc:docMk/>
            <pc:sldMk cId="1844257310" sldId="290"/>
            <ac:spMk id="5" creationId="{9CFE52C3-1BDB-E60B-96E3-90B0EF15DB9F}"/>
          </ac:spMkLst>
        </pc:spChg>
      </pc:sldChg>
      <pc:sldChg chg="addSp delSp modSp add ord replId">
        <pc:chgData name="Misha Jitendrakumar Patel" userId="S::patel.misha@northeastern.edu::55405b26-ca54-44ae-baf3-28a9ecdfc90a" providerId="AD" clId="Web-{CBDCD6AE-B54B-8E21-88E2-DB4415BB3BA2}" dt="2025-11-26T09:08:46.170" v="653" actId="14100"/>
        <pc:sldMkLst>
          <pc:docMk/>
          <pc:sldMk cId="306897779" sldId="291"/>
        </pc:sldMkLst>
        <pc:spChg chg="mod">
          <ac:chgData name="Misha Jitendrakumar Patel" userId="S::patel.misha@northeastern.edu::55405b26-ca54-44ae-baf3-28a9ecdfc90a" providerId="AD" clId="Web-{CBDCD6AE-B54B-8E21-88E2-DB4415BB3BA2}" dt="2025-11-26T07:57:09.649" v="127" actId="20577"/>
          <ac:spMkLst>
            <pc:docMk/>
            <pc:sldMk cId="306897779" sldId="291"/>
            <ac:spMk id="2" creationId="{42528797-67E4-CE26-42E3-976958C5EC34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7:57:59.389" v="129"/>
          <ac:spMkLst>
            <pc:docMk/>
            <pc:sldMk cId="306897779" sldId="291"/>
            <ac:spMk id="4" creationId="{49572432-8841-E3D5-997B-EAE96AF4E307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7:58:24.657" v="137"/>
          <ac:spMkLst>
            <pc:docMk/>
            <pc:sldMk cId="306897779" sldId="291"/>
            <ac:spMk id="6" creationId="{FCC35D0E-3B3F-2003-53E5-51E4F3496595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7:57:41.840" v="128"/>
          <ac:spMkLst>
            <pc:docMk/>
            <pc:sldMk cId="306897779" sldId="291"/>
            <ac:spMk id="13" creationId="{4A1FDD04-0113-0F46-827C-EC3CF2660E28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8:38.326" v="651" actId="1076"/>
          <ac:spMkLst>
            <pc:docMk/>
            <pc:sldMk cId="306897779" sldId="291"/>
            <ac:spMk id="14" creationId="{59DE50D9-25A0-0744-F781-E1BA2F8DBDC8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7:58:17.734" v="133"/>
          <ac:spMkLst>
            <pc:docMk/>
            <pc:sldMk cId="306897779" sldId="291"/>
            <ac:spMk id="15" creationId="{FB47B3E9-1F34-DCC1-DA87-D20405527089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8:46.170" v="653" actId="14100"/>
          <ac:spMkLst>
            <pc:docMk/>
            <pc:sldMk cId="306897779" sldId="291"/>
            <ac:spMk id="36" creationId="{E8E1F0B4-1D93-9FEE-CB2C-10F3CD73C318}"/>
          </ac:spMkLst>
        </pc:spChg>
      </pc:sldChg>
      <pc:sldChg chg="addSp delSp modSp add mod ord replId modClrScheme chgLayout">
        <pc:chgData name="Misha Jitendrakumar Patel" userId="S::patel.misha@northeastern.edu::55405b26-ca54-44ae-baf3-28a9ecdfc90a" providerId="AD" clId="Web-{CBDCD6AE-B54B-8E21-88E2-DB4415BB3BA2}" dt="2025-11-26T08:49:45.694" v="328" actId="1076"/>
        <pc:sldMkLst>
          <pc:docMk/>
          <pc:sldMk cId="2627737728" sldId="292"/>
        </pc:sldMkLst>
        <pc:spChg chg="del">
          <ac:chgData name="Misha Jitendrakumar Patel" userId="S::patel.misha@northeastern.edu::55405b26-ca54-44ae-baf3-28a9ecdfc90a" providerId="AD" clId="Web-{CBDCD6AE-B54B-8E21-88E2-DB4415BB3BA2}" dt="2025-11-26T08:47:31.433" v="298"/>
          <ac:spMkLst>
            <pc:docMk/>
            <pc:sldMk cId="2627737728" sldId="292"/>
            <ac:spMk id="2" creationId="{AC4362F9-5C02-EF32-CD08-294ED2A86C65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7:34.745" v="299"/>
          <ac:spMkLst>
            <pc:docMk/>
            <pc:sldMk cId="2627737728" sldId="292"/>
            <ac:spMk id="4" creationId="{198F1F75-3E88-E9D0-2CB3-53033286ED64}"/>
          </ac:spMkLst>
        </pc:spChg>
        <pc:spChg chg="add mod">
          <ac:chgData name="Misha Jitendrakumar Patel" userId="S::patel.misha@northeastern.edu::55405b26-ca54-44ae-baf3-28a9ecdfc90a" providerId="AD" clId="Web-{CBDCD6AE-B54B-8E21-88E2-DB4415BB3BA2}" dt="2025-11-26T08:49:20.222" v="323" actId="20577"/>
          <ac:spMkLst>
            <pc:docMk/>
            <pc:sldMk cId="2627737728" sldId="292"/>
            <ac:spMk id="6" creationId="{7D949502-F4F3-6CD5-F4CA-0F24B0B395EC}"/>
          </ac:spMkLst>
        </pc:spChg>
        <pc:spChg chg="mod ord">
          <ac:chgData name="Misha Jitendrakumar Patel" userId="S::patel.misha@northeastern.edu::55405b26-ca54-44ae-baf3-28a9ecdfc90a" providerId="AD" clId="Web-{CBDCD6AE-B54B-8E21-88E2-DB4415BB3BA2}" dt="2025-11-26T08:48:54.672" v="315"/>
          <ac:spMkLst>
            <pc:docMk/>
            <pc:sldMk cId="2627737728" sldId="292"/>
            <ac:spMk id="8" creationId="{1F4AFA16-90A0-95E5-7EAD-B115805A87D4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7:45.636" v="302"/>
          <ac:spMkLst>
            <pc:docMk/>
            <pc:sldMk cId="2627737728" sldId="292"/>
            <ac:spMk id="9" creationId="{479BB012-FE09-229C-61E8-CADD460136BC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7:55.355" v="305"/>
          <ac:spMkLst>
            <pc:docMk/>
            <pc:sldMk cId="2627737728" sldId="292"/>
            <ac:spMk id="11" creationId="{812BAFB4-C9C0-817F-FC51-BAC69CC61DCC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8:47:39.386" v="301"/>
          <ac:spMkLst>
            <pc:docMk/>
            <pc:sldMk cId="2627737728" sldId="292"/>
            <ac:spMk id="12" creationId="{9622D4E7-AAB2-0819-331B-41B87AB9CE04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8:47:48.152" v="303"/>
          <ac:spMkLst>
            <pc:docMk/>
            <pc:sldMk cId="2627737728" sldId="292"/>
            <ac:spMk id="14" creationId="{8F09529D-94F5-AB84-1229-F2816DD43A16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8:26.839" v="313"/>
          <ac:spMkLst>
            <pc:docMk/>
            <pc:sldMk cId="2627737728" sldId="292"/>
            <ac:spMk id="15" creationId="{0DAE5FE8-D664-B9AE-0381-B5D7AD5C0971}"/>
          </ac:spMkLst>
        </pc:spChg>
        <pc:spChg chg="add mod">
          <ac:chgData name="Misha Jitendrakumar Patel" userId="S::patel.misha@northeastern.edu::55405b26-ca54-44ae-baf3-28a9ecdfc90a" providerId="AD" clId="Web-{CBDCD6AE-B54B-8E21-88E2-DB4415BB3BA2}" dt="2025-11-26T08:49:45.694" v="328" actId="1076"/>
          <ac:spMkLst>
            <pc:docMk/>
            <pc:sldMk cId="2627737728" sldId="292"/>
            <ac:spMk id="21" creationId="{2A5DC063-D4CB-D4AF-33F4-01584396E3A3}"/>
          </ac:spMkLst>
        </pc:spChg>
        <pc:spChg chg="add mod">
          <ac:chgData name="Misha Jitendrakumar Patel" userId="S::patel.misha@northeastern.edu::55405b26-ca54-44ae-baf3-28a9ecdfc90a" providerId="AD" clId="Web-{CBDCD6AE-B54B-8E21-88E2-DB4415BB3BA2}" dt="2025-11-26T08:49:15.581" v="320" actId="20577"/>
          <ac:spMkLst>
            <pc:docMk/>
            <pc:sldMk cId="2627737728" sldId="292"/>
            <ac:spMk id="23" creationId="{94EFB493-CCA8-1FCA-1B8E-60A28A087063}"/>
          </ac:spMkLst>
        </pc:spChg>
        <pc:spChg chg="add del mod">
          <ac:chgData name="Misha Jitendrakumar Patel" userId="S::patel.misha@northeastern.edu::55405b26-ca54-44ae-baf3-28a9ecdfc90a" providerId="AD" clId="Web-{CBDCD6AE-B54B-8E21-88E2-DB4415BB3BA2}" dt="2025-11-26T08:49:25.020" v="324"/>
          <ac:spMkLst>
            <pc:docMk/>
            <pc:sldMk cId="2627737728" sldId="292"/>
            <ac:spMk id="25" creationId="{11B732EF-F9B8-B559-CAB5-37D87B09EDFB}"/>
          </ac:spMkLst>
        </pc:spChg>
        <pc:spChg chg="del mod">
          <ac:chgData name="Misha Jitendrakumar Patel" userId="S::patel.misha@northeastern.edu::55405b26-ca54-44ae-baf3-28a9ecdfc90a" providerId="AD" clId="Web-{CBDCD6AE-B54B-8E21-88E2-DB4415BB3BA2}" dt="2025-11-26T08:47:37.526" v="300"/>
          <ac:spMkLst>
            <pc:docMk/>
            <pc:sldMk cId="2627737728" sldId="292"/>
            <ac:spMk id="35" creationId="{E664D54E-91FA-4401-AC17-D0A61CAB3654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8:47:51.058" v="304"/>
          <ac:spMkLst>
            <pc:docMk/>
            <pc:sldMk cId="2627737728" sldId="292"/>
            <ac:spMk id="50" creationId="{A5802811-43BA-4AFD-4A97-092F8931F699}"/>
          </ac:spMkLst>
        </pc:spChg>
        <pc:picChg chg="add mod ord">
          <ac:chgData name="Misha Jitendrakumar Patel" userId="S::patel.misha@northeastern.edu::55405b26-ca54-44ae-baf3-28a9ecdfc90a" providerId="AD" clId="Web-{CBDCD6AE-B54B-8E21-88E2-DB4415BB3BA2}" dt="2025-11-26T08:49:33.443" v="326" actId="1076"/>
          <ac:picMkLst>
            <pc:docMk/>
            <pc:sldMk cId="2627737728" sldId="292"/>
            <ac:picMk id="16" creationId="{4DC38B79-B497-AAD5-4718-31768DAA7F87}"/>
          </ac:picMkLst>
        </pc:picChg>
      </pc:sldChg>
      <pc:sldChg chg="addSp delSp modSp add replId">
        <pc:chgData name="Misha Jitendrakumar Patel" userId="S::patel.misha@northeastern.edu::55405b26-ca54-44ae-baf3-28a9ecdfc90a" providerId="AD" clId="Web-{CBDCD6AE-B54B-8E21-88E2-DB4415BB3BA2}" dt="2025-11-26T09:05:18.091" v="562" actId="14100"/>
        <pc:sldMkLst>
          <pc:docMk/>
          <pc:sldMk cId="2431773387" sldId="293"/>
        </pc:sldMkLst>
        <pc:spChg chg="add del mod">
          <ac:chgData name="Misha Jitendrakumar Patel" userId="S::patel.misha@northeastern.edu::55405b26-ca54-44ae-baf3-28a9ecdfc90a" providerId="AD" clId="Web-{CBDCD6AE-B54B-8E21-88E2-DB4415BB3BA2}" dt="2025-11-26T09:04:38.371" v="549"/>
          <ac:spMkLst>
            <pc:docMk/>
            <pc:sldMk cId="2431773387" sldId="293"/>
            <ac:spMk id="3" creationId="{5A993782-E473-426D-D276-0251DFAC9182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2:19.198" v="488" actId="20577"/>
          <ac:spMkLst>
            <pc:docMk/>
            <pc:sldMk cId="2431773387" sldId="293"/>
            <ac:spMk id="6" creationId="{07207BDE-1686-F656-F743-9F7DE0FD3A55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4:58.169" v="552" actId="20577"/>
          <ac:spMkLst>
            <pc:docMk/>
            <pc:sldMk cId="2431773387" sldId="293"/>
            <ac:spMk id="20" creationId="{8C5914EC-92AB-82F4-952C-6B06BE26A8AB}"/>
          </ac:spMkLst>
        </pc:spChg>
        <pc:spChg chg="del">
          <ac:chgData name="Misha Jitendrakumar Patel" userId="S::patel.misha@northeastern.edu::55405b26-ca54-44ae-baf3-28a9ecdfc90a" providerId="AD" clId="Web-{CBDCD6AE-B54B-8E21-88E2-DB4415BB3BA2}" dt="2025-11-26T09:04:17.887" v="543"/>
          <ac:spMkLst>
            <pc:docMk/>
            <pc:sldMk cId="2431773387" sldId="293"/>
            <ac:spMk id="34" creationId="{D8767767-4ED1-DC3A-FFFE-CD13F236B0FE}"/>
          </ac:spMkLst>
        </pc:spChg>
        <pc:spChg chg="mod">
          <ac:chgData name="Misha Jitendrakumar Patel" userId="S::patel.misha@northeastern.edu::55405b26-ca54-44ae-baf3-28a9ecdfc90a" providerId="AD" clId="Web-{CBDCD6AE-B54B-8E21-88E2-DB4415BB3BA2}" dt="2025-11-26T09:05:18.091" v="562" actId="14100"/>
          <ac:spMkLst>
            <pc:docMk/>
            <pc:sldMk cId="2431773387" sldId="293"/>
            <ac:spMk id="35" creationId="{FC6F9D0F-CE41-398C-5006-E85D5BD5BACA}"/>
          </ac:spMkLst>
        </pc:spChg>
      </pc:sldChg>
      <pc:sldChg chg="add del replId">
        <pc:chgData name="Misha Jitendrakumar Patel" userId="S::patel.misha@northeastern.edu::55405b26-ca54-44ae-baf3-28a9ecdfc90a" providerId="AD" clId="Web-{CBDCD6AE-B54B-8E21-88E2-DB4415BB3BA2}" dt="2025-11-26T08:48:09.730" v="309"/>
        <pc:sldMkLst>
          <pc:docMk/>
          <pc:sldMk cId="3492263802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3F089-884E-EF81-9970-A3F172F2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F0FAB-A58D-09F2-FF6A-6F96C0C0B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9BA04-0C90-8455-8EAE-6623A01A4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05F28-5040-2BF8-C2A5-1A09B3008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116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AE87E-DD3C-A6DD-8458-7A8538C14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8C819-0BD0-6AFB-FB08-2CEAB229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6B778-5DF4-5D6A-8A7F-E01B28608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7D1FB9-171C-E90D-26BA-28856A333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056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B5BCB-BD61-10DF-826B-0C1B1DF8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5C6AC-7F06-04CC-4D04-8CFA4F48A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1008F-91B8-3263-A0F5-AA8C33318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B9E2-FCE2-4283-20E3-D22CC1346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935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E872-830C-C5CA-F17C-DEAB4F38D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AFAD1-DCA0-3CF8-D555-9EA79506C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A1142-2C73-DB23-A9A8-C5BF621E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17239-7845-952C-AC42-614C59165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941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81E-71AD-8B8F-18E0-C120DE87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758AA-742B-1E4B-E492-72F7191F8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79DCB-C2FF-5381-A791-69212E5BB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0B932-9946-1529-0060-18A18F4C7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766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438B-EE86-B4E6-EF9D-F9EC98B8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3512F-1937-38B1-BD8F-B97E7531D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78E35-BBAC-58F0-476C-14B3BA479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D70FF-55E1-7AE2-9EDE-168080E59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56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7D4ED-2E08-C38B-BE62-5898E18AD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19F82-FABB-C3D8-2977-BCC8887E5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398FC-7A18-FF3F-B241-D5617F685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672F0-AEEC-8BD8-5967-56E2943D3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348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6246" y="2230194"/>
            <a:ext cx="4999646" cy="3451186"/>
          </a:xfrm>
        </p:spPr>
        <p:txBody>
          <a:bodyPr anchor="ctr"/>
          <a:lstStyle/>
          <a:p>
            <a:r>
              <a:rPr lang="en-US" dirty="0">
                <a:ea typeface="+mj-lt"/>
                <a:cs typeface="+mj-lt"/>
              </a:rPr>
              <a:t>Employee Shift </a:t>
            </a:r>
            <a:br>
              <a:rPr lang="en-US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Scheduling System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7EBF0-9D76-3245-9170-786B98D2CB4E}"/>
              </a:ext>
            </a:extLst>
          </p:cNvPr>
          <p:cNvSpPr txBox="1"/>
          <p:nvPr/>
        </p:nvSpPr>
        <p:spPr>
          <a:xfrm>
            <a:off x="8360499" y="6270393"/>
            <a:ext cx="4570535" cy="5909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cap="all" dirty="0"/>
              <a:t>Team: Misha Patel &amp; Anuj Nene</a:t>
            </a:r>
            <a:endParaRPr lang="en-US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cap="all" dirty="0"/>
              <a:t>Date: November 25,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563" y="1052195"/>
            <a:ext cx="289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Key Features: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998912" cy="3269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Automated shift scheduling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Conflict detection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Employee management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Time-off tracking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Analytics &amp; reporting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What is This Application?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10017556" cy="3407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-</a:t>
            </a:r>
            <a:r>
              <a:rPr lang="en-US" dirty="0">
                <a:ea typeface="+mn-lt"/>
                <a:cs typeface="+mn-lt"/>
              </a:rPr>
              <a:t> Desktop application </a:t>
            </a:r>
            <a:r>
              <a:rPr lang="en-US" b="0" dirty="0">
                <a:ea typeface="+mn-lt"/>
                <a:cs typeface="+mn-lt"/>
              </a:rPr>
              <a:t>for </a:t>
            </a:r>
            <a:r>
              <a:rPr lang="en-US" dirty="0">
                <a:ea typeface="+mn-lt"/>
                <a:cs typeface="+mn-lt"/>
              </a:rPr>
              <a:t>managing employee schedules in intramural sports programs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Automates scheduling process and prevents conflicts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Handles employee availability, time-off requests, and hour tracking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Provides analytics and reporting for administrators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05E5-EE65-EBD9-AA19-A08483AB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7D782-53FC-DF2C-3120-985F2089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820739"/>
            <a:ext cx="9953308" cy="178086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Problem Statement</a:t>
            </a:r>
            <a:endParaRPr lang="en-US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7163E67D-7E91-C794-0797-78AA5C5804A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963410"/>
            <a:ext cx="3365817" cy="2907164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Manual Scheduling is Time-  </a:t>
            </a:r>
            <a:r>
              <a:rPr lang="en-US">
                <a:ea typeface="+mn-lt"/>
                <a:cs typeface="+mn-lt"/>
              </a:rPr>
              <a:t>  </a:t>
            </a:r>
            <a:r>
              <a:rPr lang="en-US" dirty="0">
                <a:ea typeface="+mn-lt"/>
                <a:cs typeface="+mn-lt"/>
              </a:rPr>
              <a:t>Consuming</a:t>
            </a: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- Checking availability for each employee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- Avoiding double-booking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- Ensuring qualified staff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654CB2-2ACB-9F77-E405-A6A826F3BDB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358131" y="2959734"/>
            <a:ext cx="5506720" cy="3031489"/>
          </a:xfrm>
        </p:spPr>
        <p:txBody>
          <a:bodyPr vert="horz" lIns="91440" tIns="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2. Human Errors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Scheduling conflicts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Forgetting time-off requests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Overworking employees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3. No Centralized System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Scattered information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Poor communication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- Difficult to track hours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4DEB0DB-1E37-E83D-914C-08BE547AC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476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6788" y="612775"/>
            <a:ext cx="5140007" cy="5982096"/>
          </a:xfrm>
        </p:spPr>
        <p:txBody>
          <a:bodyPr/>
          <a:lstStyle/>
          <a:p>
            <a:r>
              <a:rPr lang="en-US" sz="1600" dirty="0">
                <a:ea typeface="+mj-lt"/>
                <a:cs typeface="+mj-lt"/>
              </a:rPr>
              <a:t>Technology Used</a:t>
            </a:r>
            <a:br>
              <a:rPr lang="en-US" sz="1600" dirty="0">
                <a:ea typeface="+mj-lt"/>
                <a:cs typeface="+mj-lt"/>
              </a:rPr>
            </a:br>
            <a:br>
              <a:rPr lang="en-US" sz="1600" dirty="0">
                <a:ea typeface="+mj-lt"/>
                <a:cs typeface="+mj-lt"/>
              </a:rPr>
            </a:br>
            <a:br>
              <a:rPr lang="en-US" sz="1600" dirty="0">
                <a:ea typeface="+mj-lt"/>
                <a:cs typeface="+mj-lt"/>
              </a:rPr>
            </a:br>
            <a:r>
              <a:rPr lang="en-US" sz="1600" dirty="0">
                <a:ea typeface="+mj-lt"/>
                <a:cs typeface="+mj-lt"/>
              </a:rPr>
              <a:t>Frontend: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Java 21 - Core programming language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JavaFX 21 - Rich desktop UI framework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CSS - Custom styling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Backend: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SQL Server - Database management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JDBC - Database connectivity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</a:t>
            </a:r>
            <a:r>
              <a:rPr lang="en-US" sz="1600" dirty="0" err="1">
                <a:ea typeface="+mj-lt"/>
                <a:cs typeface="+mj-lt"/>
              </a:rPr>
              <a:t>BCrypt</a:t>
            </a:r>
            <a:r>
              <a:rPr lang="en-US" sz="1600" dirty="0">
                <a:ea typeface="+mj-lt"/>
                <a:cs typeface="+mj-lt"/>
              </a:rPr>
              <a:t> - Password encryption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Build &amp; Tools: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Maven - Dependency management 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PowerShell - Build scripts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VS Code - Development environment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External Libraries: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mssql-jdbc.jar - Microsoft SQL Server JDBC Driver</a:t>
            </a:r>
            <a:endParaRPr lang="en-US" sz="1600" dirty="0"/>
          </a:p>
          <a:p>
            <a:r>
              <a:rPr lang="en-US" sz="1600" dirty="0">
                <a:ea typeface="+mj-lt"/>
                <a:cs typeface="+mj-lt"/>
              </a:rPr>
              <a:t>- bcrypt.jar - Password hashing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Intelligent Scheduling Algorithm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Hard Constraints</a:t>
            </a:r>
            <a:endParaRPr lang="en-US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 Employee availability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No double-booking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Under max weekly hours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Sport expertise match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Time-off respected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Soft Preferences </a:t>
            </a:r>
            <a:endParaRPr lang="en-US"/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8F6B2AE9-DDE4-FD99-A235-3B39EEE2148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 vert="horz" lIns="91440" tIns="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 Higher expertise preferred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Even workload distribution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Preferred time slots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 Balance assignments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1E76F-3619-BF97-3DCD-D2C134C0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353B-D0CF-5B0D-048D-6C1BE9630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Login Interface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11F9E6-EF22-0489-3242-782F20999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Placeholder 4" descr="A login screen with blue and white text&#10;&#10;AI-generated content may be incorrect.">
            <a:extLst>
              <a:ext uri="{FF2B5EF4-FFF2-40B4-BE49-F238E27FC236}">
                <a16:creationId xmlns:a16="http://schemas.microsoft.com/office/drawing/2014/main" id="{64608A3B-EDE2-BF67-63D6-5E7ED3DFBE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5153" t="-1389" r="7362" b="1273"/>
          <a:stretch>
            <a:fillRect/>
          </a:stretch>
        </p:blipFill>
        <p:spPr>
          <a:xfrm>
            <a:off x="-15874" y="-5080"/>
            <a:ext cx="6117659" cy="6872618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9387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EC381-D80D-563C-9401-433D3A16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2A5DC063-D4CB-D4AF-33F4-01584396E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445912"/>
            <a:ext cx="9981530" cy="1117638"/>
          </a:xfrm>
        </p:spPr>
        <p:txBody>
          <a:bodyPr/>
          <a:lstStyle/>
          <a:p>
            <a:r>
              <a:rPr lang="en-US" sz="1800"/>
              <a:t>Admin Dashboard</a:t>
            </a:r>
            <a:endParaRPr lang="en-US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4EFB493-CCA8-1FCA-1B8E-60A28A087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b="0" cap="all"/>
              <a:t>Features Visible: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49502-F4F3-6CD5-F4CA-0F24B0B395E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 vert="horz" lIns="91440" tIns="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endParaRPr lang="en-US" cap="all" dirty="0"/>
          </a:p>
          <a:p>
            <a:pPr marL="283210" indent="-283210">
              <a:spcBef>
                <a:spcPct val="0"/>
              </a:spcBef>
            </a:pPr>
            <a:r>
              <a:rPr lang="en-US" cap="all" dirty="0"/>
              <a:t>- Upcoming shifts</a:t>
            </a:r>
            <a:endParaRPr lang="en-US" dirty="0"/>
          </a:p>
          <a:p>
            <a:pPr marL="283210" indent="-283210">
              <a:spcBef>
                <a:spcPct val="0"/>
              </a:spcBef>
            </a:pPr>
            <a:r>
              <a:rPr lang="en-US" cap="all" dirty="0"/>
              <a:t>- Team statistics</a:t>
            </a:r>
            <a:endParaRPr lang="en-US" dirty="0"/>
          </a:p>
          <a:p>
            <a:pPr marL="283210" indent="-283210">
              <a:spcBef>
                <a:spcPct val="0"/>
              </a:spcBef>
            </a:pPr>
            <a:r>
              <a:rPr lang="en-US" cap="all" dirty="0"/>
              <a:t>- Active employees</a:t>
            </a:r>
            <a:endParaRPr lang="en-US" dirty="0"/>
          </a:p>
          <a:p>
            <a:pPr marL="283210" indent="-283210">
              <a:spcBef>
                <a:spcPct val="0"/>
              </a:spcBef>
            </a:pPr>
            <a:r>
              <a:rPr lang="en-US" cap="all" dirty="0"/>
              <a:t>- Recent activities</a:t>
            </a:r>
            <a:endParaRPr lang="en-US" dirty="0"/>
          </a:p>
          <a:p>
            <a:pPr marL="283210" indent="-283210"/>
            <a:endParaRPr lang="en-US" dirty="0"/>
          </a:p>
        </p:txBody>
      </p:sp>
      <p:pic>
        <p:nvPicPr>
          <p:cNvPr id="16" name="Content Placeholder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C38B79-B497-AAD5-4718-31768DAA7F87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rcRect t="9451" r="1" b="13014"/>
          <a:stretch>
            <a:fillRect/>
          </a:stretch>
        </p:blipFill>
        <p:spPr>
          <a:xfrm>
            <a:off x="4239825" y="1716193"/>
            <a:ext cx="7122442" cy="3941655"/>
          </a:xfrm>
          <a:prstGeom prst="rect">
            <a:avLst/>
          </a:prstGeom>
          <a:noFill/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4AFA16-90A0-95E5-7EAD-B115805A87D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3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156" y="128100"/>
            <a:ext cx="4548899" cy="586195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Shift Scheduling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717212" y="847236"/>
            <a:ext cx="5907176" cy="2536826"/>
          </a:xfrm>
        </p:spPr>
        <p:txBody>
          <a:bodyPr vert="horz" lIns="91440" tIns="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- Date picker (with validation)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Time selection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Sport dropdown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Location field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Staffing requirements (refs, supervisors)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Validation in action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768594-6AFF-407D-0E88-002F1DB12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-1"/>
            <a:ext cx="6548397" cy="691010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B9BCED-0A8D-9A80-9EDD-06FE16EBC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029" y="3288975"/>
            <a:ext cx="5636352" cy="356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BEBA-776F-6199-10AB-58D9211B5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16F6-DE23-B974-AB39-FC1F993D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874" y="1671639"/>
            <a:ext cx="5884027" cy="1204912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Employee Management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D048-ED37-2C30-4A28-376486F1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C1003-7D47-7239-EE43-18601524A35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53725" y="3660774"/>
            <a:ext cx="5907176" cy="2536826"/>
          </a:xfrm>
        </p:spPr>
        <p:txBody>
          <a:bodyPr vert="horz" lIns="91440" tIns="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- Employee listing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Search/filter functionality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- Add new employee form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- Name validation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- Sport expertise selection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- Active/inactive status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50C0C52-9372-979F-EB3F-CED0965E3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024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113" y="159638"/>
            <a:ext cx="5684789" cy="562644"/>
          </a:xfrm>
        </p:spPr>
        <p:txBody>
          <a:bodyPr anchor="b">
            <a:normAutofit/>
          </a:bodyPr>
          <a:lstStyle/>
          <a:p>
            <a:r>
              <a:rPr lang="en-US" dirty="0"/>
              <a:t>Employee Management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111" y="838574"/>
            <a:ext cx="3640123" cy="2322520"/>
          </a:xfrm>
        </p:spPr>
        <p:txBody>
          <a:bodyPr vert="horz" lIns="91440" tIns="0" rIns="91440" bIns="45720" rtlCol="0" anchor="t">
            <a:normAutofit lnSpcReduction="10000"/>
          </a:bodyPr>
          <a:lstStyle/>
          <a:p>
            <a:r>
              <a:rPr lang="en-US" dirty="0"/>
              <a:t>Employee listing</a:t>
            </a:r>
          </a:p>
          <a:p>
            <a:r>
              <a:rPr lang="en-US" dirty="0"/>
              <a:t>Search/filter functionality</a:t>
            </a:r>
          </a:p>
          <a:p>
            <a:r>
              <a:rPr lang="en-US" dirty="0"/>
              <a:t>Add new employee form</a:t>
            </a:r>
          </a:p>
          <a:p>
            <a:r>
              <a:rPr lang="en-US" dirty="0"/>
              <a:t>Name validation</a:t>
            </a:r>
          </a:p>
          <a:p>
            <a:r>
              <a:rPr lang="en-US" dirty="0"/>
              <a:t>Sport expertise selection</a:t>
            </a:r>
          </a:p>
          <a:p>
            <a:r>
              <a:rPr lang="en-US" dirty="0"/>
              <a:t>Active/inactive status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1D8BB9-8B92-0995-971D-12436A52E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3" y="2965120"/>
            <a:ext cx="2944416" cy="3617179"/>
          </a:xfrm>
          <a:prstGeom prst="rect">
            <a:avLst/>
          </a:prstGeom>
          <a:noFill/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A4529-27FC-637D-E1D3-7E2032E81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221" y="1856912"/>
            <a:ext cx="7330371" cy="472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C4647-CA64-1388-048C-9AB7EE7C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4C3D7C3-6DBD-15C2-9F27-EBBBD34D7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en-US">
                <a:ea typeface="+mj-lt"/>
                <a:cs typeface="+mj-lt"/>
              </a:rPr>
              <a:t>Running the Application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207BDE-1686-F656-F743-9F7DE0FD3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/>
          <a:lstStyle/>
          <a:p>
            <a:r>
              <a:rPr lang="en-US" b="0"/>
              <a:t>Prerequisites:</a:t>
            </a:r>
            <a:endParaRPr lang="en-US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8C5914EC-92AB-82F4-952C-6B06BE26A8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8824" y="3146228"/>
            <a:ext cx="5733773" cy="30327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Java 21 or higher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SQL Server installed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JavaFX SDK 21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Database created and configured</a:t>
            </a:r>
            <a:endParaRPr lang="en-US" dirty="0"/>
          </a:p>
          <a:p>
            <a:endParaRPr lang="en-US" b="1" dirty="0"/>
          </a:p>
          <a:p>
            <a:endParaRPr lang="en-US"/>
          </a:p>
          <a:p>
            <a:endParaRPr lang="en-US" dirty="0"/>
          </a:p>
          <a:p>
            <a:endParaRPr lang="en-US"/>
          </a:p>
          <a:p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C6F9D0F-CE41-398C-5006-E85D5BD5BAC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545669" y="2355242"/>
            <a:ext cx="5054877" cy="4159857"/>
          </a:xfrm>
        </p:spPr>
        <p:txBody>
          <a:bodyPr vert="horz" lIns="91440" tIns="0" rIns="91440" bIns="45720" rtlCol="0" anchor="t">
            <a:normAutofit fontScale="92500" lnSpcReduction="10000"/>
          </a:bodyPr>
          <a:lstStyle/>
          <a:p>
            <a:r>
              <a:rPr lang="en-US" b="1" dirty="0"/>
              <a:t>Step 1: Setup Database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CREATE DATABASE </a:t>
            </a:r>
            <a:r>
              <a:rPr lang="en-US" dirty="0" err="1"/>
              <a:t>SchedulingSystem</a:t>
            </a:r>
            <a:r>
              <a:rPr lang="en-US" dirty="0"/>
              <a:t>;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Run </a:t>
            </a:r>
            <a:r>
              <a:rPr lang="en-US" dirty="0" err="1"/>
              <a:t>schema.sql</a:t>
            </a:r>
            <a:endParaRPr lang="en-US"/>
          </a:p>
          <a:p>
            <a:r>
              <a:rPr lang="en-US" b="1" dirty="0"/>
              <a:t>Step 2:Configure Connection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Edit: resources/config/</a:t>
            </a:r>
            <a:r>
              <a:rPr lang="en-US" err="1"/>
              <a:t>application.properties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db.url=</a:t>
            </a:r>
            <a:r>
              <a:rPr lang="en-US" err="1"/>
              <a:t>jdbc:sqlserver</a:t>
            </a:r>
            <a:r>
              <a:rPr lang="en-US" dirty="0"/>
              <a:t>://localhost:1433;.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db.username</a:t>
            </a:r>
            <a:r>
              <a:rPr lang="en-US" dirty="0"/>
              <a:t>=</a:t>
            </a:r>
            <a:r>
              <a:rPr lang="en-US" dirty="0" err="1"/>
              <a:t>your_username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 err="1"/>
              <a:t>db.password</a:t>
            </a:r>
            <a:r>
              <a:rPr lang="en-US" dirty="0"/>
              <a:t>=</a:t>
            </a:r>
            <a:r>
              <a:rPr lang="en-US" dirty="0" err="1"/>
              <a:t>your_password</a:t>
            </a:r>
            <a:endParaRPr lang="en-US" dirty="0"/>
          </a:p>
          <a:p>
            <a:r>
              <a:rPr lang="en-US" b="1" dirty="0"/>
              <a:t>Step 3: Run Application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/>
              <a:t>powershell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.\run_login.ps1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4C08B-E831-81FA-21F3-7B3440368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77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3200" y="306048"/>
            <a:ext cx="5973445" cy="152473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Code Organization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3200" y="1983978"/>
            <a:ext cx="5925819" cy="40090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com.intramural.scheduling</a:t>
            </a:r>
            <a:r>
              <a:rPr lang="en-US" dirty="0">
                <a:ea typeface="+mn-lt"/>
                <a:cs typeface="+mn-lt"/>
              </a:rPr>
              <a:t>/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model/          - Data classes (9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dao/            - Database layer (7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service/        - Business logic (7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controller/     - UI controllers (6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view/           - JavaFX screens (6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├── 📂 util/           - Helper classes (3 files)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└── 📂 exception/      - Custom exceptions (5 files)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E26B-D9EB-194C-207E-A89860D2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8797-67E4-CE26-42E3-976958C5E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Future Scope</a:t>
            </a:r>
            <a:endParaRPr lang="en-US"/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8E1F0B4-1D93-9FEE-CB2C-10F3CD73C31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844347"/>
            <a:ext cx="3699192" cy="3042101"/>
          </a:xfrm>
        </p:spPr>
        <p:txBody>
          <a:bodyPr vert="horz" lIns="91440" tIns="0" rIns="91440" bIns="45720" rtlCol="0" anchor="t">
            <a:noAutofit/>
          </a:bodyPr>
          <a:lstStyle/>
          <a:p>
            <a:pPr marL="283210" indent="-283210"/>
            <a:r>
              <a:rPr lang="en-US" sz="1600" dirty="0">
                <a:ea typeface="+mn-lt"/>
                <a:cs typeface="+mn-lt"/>
              </a:rPr>
              <a:t>Email Notifications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- Shift reminders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- Schedule changes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- Time-off approvals</a:t>
            </a:r>
            <a:endParaRPr lang="en-US" sz="1600" dirty="0"/>
          </a:p>
          <a:p>
            <a:pPr marL="283210" indent="-283210"/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2.  Mobile App</a:t>
            </a: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- React Native/Flutter version</a:t>
            </a:r>
          </a:p>
          <a:p>
            <a:pPr marL="0" indent="0">
              <a:buFont typeface="Tenorite"/>
              <a:buNone/>
            </a:pPr>
            <a:r>
              <a:rPr lang="en-US" sz="1600" dirty="0">
                <a:ea typeface="+mn-lt"/>
                <a:cs typeface="+mn-lt"/>
              </a:rPr>
              <a:t>- Push notifications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- Quick availability updates</a:t>
            </a:r>
            <a:endParaRPr lang="en-US" sz="160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9DE50D9-25A0-0744-F781-E1BA2F8DBDC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866007" y="2507296"/>
            <a:ext cx="5506720" cy="3031489"/>
          </a:xfrm>
        </p:spPr>
        <p:txBody>
          <a:bodyPr vert="horz" lIns="91440" tIns="0" rIns="91440" bIns="45720" rtlCol="0" anchor="t">
            <a:noAutofit/>
          </a:bodyPr>
          <a:lstStyle/>
          <a:p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3.  Advanced Analytics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Predictive scheduling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Performance metrics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Cost analysis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4.  Integration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Calendar export (iCal)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Payroll system integration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- Third-party APIs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3DCC223-E4EA-12E0-8B04-A4F4C33C5FE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7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08B26-0187-CFFE-C069-B68B7349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5AA2-3473-15A1-AB73-6064D51BB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3137" y="2822236"/>
            <a:ext cx="2893695" cy="81036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8ED0-9769-6F27-57F0-6C2CF8C4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573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137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Custom</vt:lpstr>
      <vt:lpstr>Employee Shift  Scheduling System</vt:lpstr>
      <vt:lpstr>Key Features:</vt:lpstr>
      <vt:lpstr>What is This Application?</vt:lpstr>
      <vt:lpstr>Problem Statement</vt:lpstr>
      <vt:lpstr>Technology Used   Frontend: - Java 21 - Core programming language - JavaFX 21 - Rich desktop UI framework - CSS - Custom styling  Backend: - SQL Server - Database management - JDBC - Database connectivity - BCrypt - Password encryption  Build &amp; Tools: - Maven - Dependency management  - PowerShell - Build scripts - VS Code - Development environment  External Libraries: - mssql-jdbc.jar - Microsoft SQL Server JDBC Driver - bcrypt.jar - Password hashing</vt:lpstr>
      <vt:lpstr>Intelligent Scheduling Algorithm</vt:lpstr>
      <vt:lpstr>Login Interface</vt:lpstr>
      <vt:lpstr>Admin Dashboard</vt:lpstr>
      <vt:lpstr>Shift Scheduling</vt:lpstr>
      <vt:lpstr>Employee Management</vt:lpstr>
      <vt:lpstr>Employee Management</vt:lpstr>
      <vt:lpstr>Running the Application</vt:lpstr>
      <vt:lpstr>Code Organization 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368</cp:revision>
  <dcterms:created xsi:type="dcterms:W3CDTF">2025-11-26T06:46:32Z</dcterms:created>
  <dcterms:modified xsi:type="dcterms:W3CDTF">2025-11-26T09:14:03Z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